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4660"/>
  </p:normalViewPr>
  <p:slideViewPr>
    <p:cSldViewPr snapToGrid="0">
      <p:cViewPr>
        <p:scale>
          <a:sx n="100" d="100"/>
          <a:sy n="100" d="100"/>
        </p:scale>
        <p:origin x="2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922D-6C10-135E-0460-C8BABD0E5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347C3-99BE-853E-C779-0AF2FE308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E0683-8AE6-E66C-FE2F-4AAA42FF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43D5F-7F3D-EFDE-BCF0-F67E0484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C5333-62ED-C31A-89D2-A560EE8D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6856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52C4-C2B7-4B5B-9E4C-48E4A01C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23348-6734-E4F6-20E7-0100A154E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722F1-A07D-D95A-C9AD-8DB2A715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65B17-D3B5-86EB-C8E2-19EC3B1F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E3DD-BDF1-777D-BC02-91E2E2F3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198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6528-9D0F-9795-6D64-341A79AC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742C0-5B8C-14A3-167C-0F804B40C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30D03-2D66-9EFA-92BD-F8522241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85DF-5603-383E-3CA2-D8D4E8A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E3EF0-1D1C-EB92-47EC-CF74ABC9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21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25F5A-502A-6A21-B47D-174E66993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CED0-22B8-ED1F-4CB8-FA6972848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98AA3-5EC7-8C89-A302-536CD5FC9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9B478-BB2F-EEF4-D710-3AC6458C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51DD9-097B-3342-63CB-36FC53B21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5CFA5-5BE3-7643-8C12-14B9DC20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497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A501-8A51-7EC4-883C-8A177C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2C502-21AE-5628-9615-863C6464C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2EBC0-35A0-27DC-A21A-408C6D1A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A27DB-D017-33C8-022C-1A58DBACE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1F295-2067-FC2E-54BE-E13ED9119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43ABDE-39C2-D3C6-CFAA-69C05D6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517AC-93F1-4594-A567-8D459150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28EEB8-7A3F-645C-A4FB-875E457D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21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4FAF-4E51-04E6-F7EC-6FE0861D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51C25-3FF9-6817-96B0-996F96A1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73BE7-8906-4A9C-13DA-F3403EAD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AF1B6-6A00-026E-C733-614030A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7213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809742-1536-2446-3774-F4DC579A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63B6F-2124-6AC6-397A-EF88CF39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16F04-EC4A-13D2-290E-8CC500A9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583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0A6B6-E78A-2ADD-C1C6-95FAE3E64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530C-0A91-7DB9-D9F6-572C93E93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AD8EE-7533-0489-9365-F784D6DC7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BA361-11A5-7585-4DC3-56D7E0E5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5C85E-2005-CC07-558E-EEC552D4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E45E5-B05A-8066-A6C5-08B05C4C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575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16CB-774E-FDCA-F525-E6594E34F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35AA8-64AC-01F0-401F-2ED380AB9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99307-0A6D-9CF7-99F8-BFA4989ED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6D188-00F5-77A8-87E8-6DD14ED8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796C2-723B-DDDF-AC20-AA29EC9A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32E7B-D714-BD6B-2645-510E4389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5363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3AAE-3006-0B11-FC7A-F51F47D7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F0FB1-7CF3-99B8-A7C3-E6B107B2C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99F65-18AA-154A-E33B-8D35418A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A4D3-F169-BBC5-3CB1-322E56B6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574D4-7C48-5330-19C9-95F51125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62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410A4-FF84-0797-5C8D-2491EE48F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D42D1-3E2C-59C7-2AC9-29F63FDB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820C4-45C8-E253-B4FF-3468205AD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9DD59-03BD-9C84-75ED-EE25493A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9F115-A558-B5C6-55B1-3DA55818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583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8FEF1-4FC9-5C73-240D-73ACF124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BDCEC-A974-EA21-DEBB-0800194F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55EDD-B391-526E-9433-F4EDC288E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831AB-44FF-45E8-89DC-47B104DF4DE1}" type="datetimeFigureOut">
              <a:rPr lang="en-DE" smtClean="0"/>
              <a:t>03/04/2026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A68B4-0FE4-83C2-EDBC-3CAE381B2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D5E49-9A45-CBF3-7726-530C22D71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AEF12-18DC-42ED-BF0C-8FA813364CE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029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27344C-2649-1084-3E23-B816D6C4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900"/>
            <a:ext cx="12192000" cy="2149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BE0461E-F22A-2B17-917C-576CEBF9D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628" y="537291"/>
            <a:ext cx="9144000" cy="568028"/>
          </a:xfrm>
        </p:spPr>
        <p:txBody>
          <a:bodyPr/>
          <a:lstStyle/>
          <a:p>
            <a:r>
              <a:rPr lang="de-DE" dirty="0"/>
              <a:t>FL_C663_7_Top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36109-5ED8-0DF1-DE5B-7D083EC79825}"/>
              </a:ext>
            </a:extLst>
          </p:cNvPr>
          <p:cNvSpPr txBox="1"/>
          <p:nvPr/>
        </p:nvSpPr>
        <p:spPr>
          <a:xfrm>
            <a:off x="5990025" y="2328807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221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6F52B-82D4-B52D-0250-5014BCCC511E}"/>
              </a:ext>
            </a:extLst>
          </p:cNvPr>
          <p:cNvSpPr txBox="1"/>
          <p:nvPr/>
        </p:nvSpPr>
        <p:spPr>
          <a:xfrm>
            <a:off x="8548140" y="1910950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01DADD-C25E-E518-E6AF-E41894AA3BD4}"/>
              </a:ext>
            </a:extLst>
          </p:cNvPr>
          <p:cNvSpPr txBox="1"/>
          <p:nvPr/>
        </p:nvSpPr>
        <p:spPr>
          <a:xfrm>
            <a:off x="8515591" y="2328806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622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3B50A96F-5061-1918-743C-1623C1C3CE05}"/>
              </a:ext>
            </a:extLst>
          </p:cNvPr>
          <p:cNvSpPr/>
          <p:nvPr/>
        </p:nvSpPr>
        <p:spPr>
          <a:xfrm flipH="1">
            <a:off x="8561795" y="206483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8FF70D1-BDCC-FADB-E6C0-07E21EDE0743}"/>
              </a:ext>
            </a:extLst>
          </p:cNvPr>
          <p:cNvSpPr/>
          <p:nvPr/>
        </p:nvSpPr>
        <p:spPr>
          <a:xfrm flipH="1">
            <a:off x="8518043" y="2335132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6DEF1B2-C567-6DDB-D036-77E03AA4BFAF}"/>
              </a:ext>
            </a:extLst>
          </p:cNvPr>
          <p:cNvSpPr/>
          <p:nvPr/>
        </p:nvSpPr>
        <p:spPr>
          <a:xfrm flipH="1">
            <a:off x="6682782" y="2606391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3729A-0C53-8ECD-437E-7D41EB737E15}"/>
              </a:ext>
            </a:extLst>
          </p:cNvPr>
          <p:cNvSpPr txBox="1"/>
          <p:nvPr/>
        </p:nvSpPr>
        <p:spPr>
          <a:xfrm>
            <a:off x="6682782" y="259961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105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823A4E8-8C9F-C633-944B-7747B65FA1CE}"/>
              </a:ext>
            </a:extLst>
          </p:cNvPr>
          <p:cNvSpPr/>
          <p:nvPr/>
        </p:nvSpPr>
        <p:spPr>
          <a:xfrm flipH="1">
            <a:off x="6373276" y="2518457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0CC06F0-DE06-9A72-0C04-EFF4A125FA0B}"/>
              </a:ext>
            </a:extLst>
          </p:cNvPr>
          <p:cNvSpPr/>
          <p:nvPr/>
        </p:nvSpPr>
        <p:spPr>
          <a:xfrm flipH="1">
            <a:off x="9520489" y="2823934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7A646F-C3D6-02AB-D3CF-C68E64088894}"/>
              </a:ext>
            </a:extLst>
          </p:cNvPr>
          <p:cNvSpPr txBox="1"/>
          <p:nvPr/>
        </p:nvSpPr>
        <p:spPr>
          <a:xfrm>
            <a:off x="9494613" y="2820212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700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1214F226-8F6E-E45D-A3B4-D8BA942BD3E2}"/>
              </a:ext>
            </a:extLst>
          </p:cNvPr>
          <p:cNvSpPr/>
          <p:nvPr/>
        </p:nvSpPr>
        <p:spPr>
          <a:xfrm flipH="1">
            <a:off x="9450861" y="2096506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08C97-92EF-C8F9-6DF7-CB21A8A4B266}"/>
              </a:ext>
            </a:extLst>
          </p:cNvPr>
          <p:cNvSpPr txBox="1"/>
          <p:nvPr/>
        </p:nvSpPr>
        <p:spPr>
          <a:xfrm>
            <a:off x="9113961" y="1905815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703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4B22C145-FAA5-5531-C818-D4B9F02AB9BD}"/>
              </a:ext>
            </a:extLst>
          </p:cNvPr>
          <p:cNvSpPr/>
          <p:nvPr/>
        </p:nvSpPr>
        <p:spPr>
          <a:xfrm flipH="1">
            <a:off x="10078380" y="2151128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D0F931-B7A6-9C38-FA89-5486503D4D65}"/>
              </a:ext>
            </a:extLst>
          </p:cNvPr>
          <p:cNvSpPr txBox="1"/>
          <p:nvPr/>
        </p:nvSpPr>
        <p:spPr>
          <a:xfrm>
            <a:off x="10049149" y="2138152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53003F-0285-E7E3-E507-BB64463FDE3C}"/>
              </a:ext>
            </a:extLst>
          </p:cNvPr>
          <p:cNvCxnSpPr>
            <a:cxnSpLocks/>
          </p:cNvCxnSpPr>
          <p:nvPr/>
        </p:nvCxnSpPr>
        <p:spPr>
          <a:xfrm>
            <a:off x="9734331" y="1704394"/>
            <a:ext cx="0" cy="332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165789DA-950F-61BF-FC1C-0236DACE2688}"/>
              </a:ext>
            </a:extLst>
          </p:cNvPr>
          <p:cNvSpPr/>
          <p:nvPr/>
        </p:nvSpPr>
        <p:spPr>
          <a:xfrm flipH="1">
            <a:off x="9679782" y="2097536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64D95320-AF59-D8E5-6D7B-0062172EBE02}"/>
              </a:ext>
            </a:extLst>
          </p:cNvPr>
          <p:cNvSpPr/>
          <p:nvPr/>
        </p:nvSpPr>
        <p:spPr>
          <a:xfrm flipH="1">
            <a:off x="9816148" y="2041123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29768EDB-A1E1-4F77-8001-10DE700C0291}"/>
              </a:ext>
            </a:extLst>
          </p:cNvPr>
          <p:cNvSpPr/>
          <p:nvPr/>
        </p:nvSpPr>
        <p:spPr>
          <a:xfrm flipH="1">
            <a:off x="9942064" y="2036687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B96C342-57DD-E532-F5AE-6FE1348D3F0E}"/>
              </a:ext>
            </a:extLst>
          </p:cNvPr>
          <p:cNvCxnSpPr>
            <a:cxnSpLocks/>
          </p:cNvCxnSpPr>
          <p:nvPr/>
        </p:nvCxnSpPr>
        <p:spPr>
          <a:xfrm flipH="1">
            <a:off x="9878760" y="1705382"/>
            <a:ext cx="49781" cy="312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B35A4C-C6B5-5CE4-C98A-0BAF568D3F60}"/>
              </a:ext>
            </a:extLst>
          </p:cNvPr>
          <p:cNvCxnSpPr>
            <a:cxnSpLocks/>
          </p:cNvCxnSpPr>
          <p:nvPr/>
        </p:nvCxnSpPr>
        <p:spPr>
          <a:xfrm flipH="1">
            <a:off x="10043378" y="1705517"/>
            <a:ext cx="228969" cy="3320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481057-3806-FB71-D930-CDC683DAD0DF}"/>
              </a:ext>
            </a:extLst>
          </p:cNvPr>
          <p:cNvSpPr txBox="1"/>
          <p:nvPr/>
        </p:nvSpPr>
        <p:spPr>
          <a:xfrm>
            <a:off x="9327637" y="139110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0EF5EE-86F7-7833-4C61-31D5C8723197}"/>
              </a:ext>
            </a:extLst>
          </p:cNvPr>
          <p:cNvSpPr txBox="1"/>
          <p:nvPr/>
        </p:nvSpPr>
        <p:spPr>
          <a:xfrm>
            <a:off x="9816937" y="1517222"/>
            <a:ext cx="340926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706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576D99-278D-3D0F-11BB-CD66249EC704}"/>
              </a:ext>
            </a:extLst>
          </p:cNvPr>
          <p:cNvSpPr txBox="1"/>
          <p:nvPr/>
        </p:nvSpPr>
        <p:spPr>
          <a:xfrm>
            <a:off x="10191689" y="1391102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707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64C9B9B8-039E-708C-B8C2-8A7AEFB0A592}"/>
              </a:ext>
            </a:extLst>
          </p:cNvPr>
          <p:cNvSpPr/>
          <p:nvPr/>
        </p:nvSpPr>
        <p:spPr>
          <a:xfrm flipH="1">
            <a:off x="9306813" y="250235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422592-A512-00D0-C944-9B3F87201323}"/>
              </a:ext>
            </a:extLst>
          </p:cNvPr>
          <p:cNvSpPr txBox="1"/>
          <p:nvPr/>
        </p:nvSpPr>
        <p:spPr>
          <a:xfrm>
            <a:off x="8950379" y="2344464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708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EDF918A5-D7A0-D8DE-AFC2-2CEE7CF29317}"/>
              </a:ext>
            </a:extLst>
          </p:cNvPr>
          <p:cNvSpPr/>
          <p:nvPr/>
        </p:nvSpPr>
        <p:spPr>
          <a:xfrm flipH="1">
            <a:off x="3790542" y="2456429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8A78F4-D9DC-2A5B-B633-5B9D0537FDDB}"/>
              </a:ext>
            </a:extLst>
          </p:cNvPr>
          <p:cNvSpPr txBox="1"/>
          <p:nvPr/>
        </p:nvSpPr>
        <p:spPr>
          <a:xfrm>
            <a:off x="3476446" y="2456429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405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FA0CD88D-9E69-189B-69CD-9EEDCE8EF798}"/>
              </a:ext>
            </a:extLst>
          </p:cNvPr>
          <p:cNvSpPr/>
          <p:nvPr/>
        </p:nvSpPr>
        <p:spPr>
          <a:xfrm flipH="1">
            <a:off x="8221928" y="2132983"/>
            <a:ext cx="87503" cy="9186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1ADD0B-875C-356B-B2EF-22B7019CA892}"/>
              </a:ext>
            </a:extLst>
          </p:cNvPr>
          <p:cNvSpPr txBox="1"/>
          <p:nvPr/>
        </p:nvSpPr>
        <p:spPr>
          <a:xfrm>
            <a:off x="7882061" y="2098194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4DBE11C-B159-5468-C7BB-CC4FB83D6075}"/>
              </a:ext>
            </a:extLst>
          </p:cNvPr>
          <p:cNvSpPr txBox="1"/>
          <p:nvPr/>
        </p:nvSpPr>
        <p:spPr>
          <a:xfrm>
            <a:off x="2998627" y="2036687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113</a:t>
            </a: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381D9B25-E2FF-DA6D-71D1-D82968DBF7C4}"/>
              </a:ext>
            </a:extLst>
          </p:cNvPr>
          <p:cNvSpPr/>
          <p:nvPr/>
        </p:nvSpPr>
        <p:spPr>
          <a:xfrm>
            <a:off x="3018468" y="2056176"/>
            <a:ext cx="77767" cy="81976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FAC24B-CFAC-A59D-2657-034AD7F98690}"/>
              </a:ext>
            </a:extLst>
          </p:cNvPr>
          <p:cNvSpPr txBox="1"/>
          <p:nvPr/>
        </p:nvSpPr>
        <p:spPr>
          <a:xfrm>
            <a:off x="2188570" y="2070955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C69B3-A9C2-F3B9-7335-C6692D3E8E9B}"/>
              </a:ext>
            </a:extLst>
          </p:cNvPr>
          <p:cNvSpPr txBox="1"/>
          <p:nvPr/>
        </p:nvSpPr>
        <p:spPr>
          <a:xfrm>
            <a:off x="1738223" y="2394401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321</a:t>
            </a:r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BD71D563-B8F1-C8EC-DA3A-E57A72C502DC}"/>
              </a:ext>
            </a:extLst>
          </p:cNvPr>
          <p:cNvSpPr/>
          <p:nvPr/>
        </p:nvSpPr>
        <p:spPr>
          <a:xfrm>
            <a:off x="2188570" y="2328807"/>
            <a:ext cx="45719" cy="49925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CA0B3F91-56C5-6653-4EA5-125EFF5F9F24}"/>
              </a:ext>
            </a:extLst>
          </p:cNvPr>
          <p:cNvSpPr/>
          <p:nvPr/>
        </p:nvSpPr>
        <p:spPr>
          <a:xfrm>
            <a:off x="2142851" y="2404133"/>
            <a:ext cx="45719" cy="45719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2FC574-365B-AFA9-BB91-3EE72FD2C4A7}"/>
              </a:ext>
            </a:extLst>
          </p:cNvPr>
          <p:cNvSpPr txBox="1"/>
          <p:nvPr/>
        </p:nvSpPr>
        <p:spPr>
          <a:xfrm>
            <a:off x="717228" y="3098627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307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548A2AE9-0A3D-E6B3-9AE5-349CB938C4C2}"/>
              </a:ext>
            </a:extLst>
          </p:cNvPr>
          <p:cNvSpPr/>
          <p:nvPr/>
        </p:nvSpPr>
        <p:spPr>
          <a:xfrm>
            <a:off x="717228" y="3252516"/>
            <a:ext cx="77767" cy="81976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277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A6F658-D367-300E-85A5-BC51D0EFC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1809"/>
            <a:ext cx="12192000" cy="21248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4DC8A-5EAA-9206-4A82-CD0E3BB37D01}"/>
              </a:ext>
            </a:extLst>
          </p:cNvPr>
          <p:cNvSpPr txBox="1"/>
          <p:nvPr/>
        </p:nvSpPr>
        <p:spPr>
          <a:xfrm>
            <a:off x="3344288" y="2440797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126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C20B010-93F3-D3DC-5F4C-65CED899EC3E}"/>
              </a:ext>
            </a:extLst>
          </p:cNvPr>
          <p:cNvSpPr/>
          <p:nvPr/>
        </p:nvSpPr>
        <p:spPr>
          <a:xfrm>
            <a:off x="3367148" y="2464165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B739571-7278-0DA3-D895-170AB685EDDE}"/>
              </a:ext>
            </a:extLst>
          </p:cNvPr>
          <p:cNvSpPr/>
          <p:nvPr/>
        </p:nvSpPr>
        <p:spPr>
          <a:xfrm>
            <a:off x="9948801" y="3617330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D62ED-AD1D-2436-35DE-22E8B2225D9E}"/>
              </a:ext>
            </a:extLst>
          </p:cNvPr>
          <p:cNvSpPr txBox="1"/>
          <p:nvPr/>
        </p:nvSpPr>
        <p:spPr>
          <a:xfrm>
            <a:off x="9948801" y="342432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300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1748DBAE-B260-A7A0-0974-3A17393818F1}"/>
              </a:ext>
            </a:extLst>
          </p:cNvPr>
          <p:cNvSpPr/>
          <p:nvPr/>
        </p:nvSpPr>
        <p:spPr>
          <a:xfrm>
            <a:off x="9563100" y="3532492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7F5ED-0D47-B680-9A0F-AC5F6B938ACD}"/>
              </a:ext>
            </a:extLst>
          </p:cNvPr>
          <p:cNvSpPr txBox="1"/>
          <p:nvPr/>
        </p:nvSpPr>
        <p:spPr>
          <a:xfrm>
            <a:off x="9177399" y="335527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305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492589B-DFA0-09A1-800B-66B8EF41352E}"/>
              </a:ext>
            </a:extLst>
          </p:cNvPr>
          <p:cNvSpPr/>
          <p:nvPr/>
        </p:nvSpPr>
        <p:spPr>
          <a:xfrm>
            <a:off x="11513820" y="3017281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BFAD95-885B-DB63-97AD-88381CDD96E7}"/>
              </a:ext>
            </a:extLst>
          </p:cNvPr>
          <p:cNvSpPr txBox="1"/>
          <p:nvPr/>
        </p:nvSpPr>
        <p:spPr>
          <a:xfrm>
            <a:off x="11493621" y="2985437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603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B88E62ED-B87A-E244-7E59-42A0AD032571}"/>
              </a:ext>
            </a:extLst>
          </p:cNvPr>
          <p:cNvSpPr/>
          <p:nvPr/>
        </p:nvSpPr>
        <p:spPr>
          <a:xfrm>
            <a:off x="2606040" y="3125051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8702B-32CA-DB94-D0B7-CCDFD6A6267E}"/>
              </a:ext>
            </a:extLst>
          </p:cNvPr>
          <p:cNvSpPr txBox="1"/>
          <p:nvPr/>
        </p:nvSpPr>
        <p:spPr>
          <a:xfrm>
            <a:off x="2613085" y="2908714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106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7661CED-0C1B-D3FD-E165-65E10C15DB8F}"/>
              </a:ext>
            </a:extLst>
          </p:cNvPr>
          <p:cNvSpPr/>
          <p:nvPr/>
        </p:nvSpPr>
        <p:spPr>
          <a:xfrm>
            <a:off x="3300536" y="3224715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D67790-647B-3393-0223-E91F26B6B282}"/>
              </a:ext>
            </a:extLst>
          </p:cNvPr>
          <p:cNvSpPr txBox="1"/>
          <p:nvPr/>
        </p:nvSpPr>
        <p:spPr>
          <a:xfrm>
            <a:off x="2937695" y="3210248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402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C5E164B5-DBE0-8B57-83D6-E687E9134D3D}"/>
              </a:ext>
            </a:extLst>
          </p:cNvPr>
          <p:cNvSpPr/>
          <p:nvPr/>
        </p:nvSpPr>
        <p:spPr>
          <a:xfrm>
            <a:off x="8366760" y="2817274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6474C-21BD-D0B6-2438-4F09466C2F6F}"/>
              </a:ext>
            </a:extLst>
          </p:cNvPr>
          <p:cNvSpPr txBox="1"/>
          <p:nvPr/>
        </p:nvSpPr>
        <p:spPr>
          <a:xfrm>
            <a:off x="7981059" y="2655953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404</a:t>
            </a: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E8E06A4-3C18-C137-9AE8-5C3868A356CB}"/>
              </a:ext>
            </a:extLst>
          </p:cNvPr>
          <p:cNvSpPr/>
          <p:nvPr/>
        </p:nvSpPr>
        <p:spPr>
          <a:xfrm>
            <a:off x="3457004" y="3245721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0444E2-0736-6A80-D3CB-C3DE53AC0C14}"/>
              </a:ext>
            </a:extLst>
          </p:cNvPr>
          <p:cNvSpPr txBox="1"/>
          <p:nvPr/>
        </p:nvSpPr>
        <p:spPr>
          <a:xfrm>
            <a:off x="3452243" y="3224715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406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002ADD4-B34C-99FA-EA48-0C6130584C61}"/>
              </a:ext>
            </a:extLst>
          </p:cNvPr>
          <p:cNvSpPr/>
          <p:nvPr/>
        </p:nvSpPr>
        <p:spPr>
          <a:xfrm>
            <a:off x="7063740" y="2809842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2D7FFF-F1E5-023F-72B7-F31022E7A233}"/>
              </a:ext>
            </a:extLst>
          </p:cNvPr>
          <p:cNvSpPr txBox="1"/>
          <p:nvPr/>
        </p:nvSpPr>
        <p:spPr>
          <a:xfrm>
            <a:off x="7063740" y="2596677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614</a:t>
            </a: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DF2F0022-64AF-2D6D-AF23-E4F9ED7A7388}"/>
              </a:ext>
            </a:extLst>
          </p:cNvPr>
          <p:cNvSpPr/>
          <p:nvPr/>
        </p:nvSpPr>
        <p:spPr>
          <a:xfrm>
            <a:off x="7300343" y="3091832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62434C-93A9-73BB-D28E-69EDC45A103A}"/>
              </a:ext>
            </a:extLst>
          </p:cNvPr>
          <p:cNvSpPr txBox="1"/>
          <p:nvPr/>
        </p:nvSpPr>
        <p:spPr>
          <a:xfrm>
            <a:off x="7284713" y="3052099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118</a:t>
            </a: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88C5BE00-4C82-6CCA-5357-A57AA1B41978}"/>
              </a:ext>
            </a:extLst>
          </p:cNvPr>
          <p:cNvSpPr/>
          <p:nvPr/>
        </p:nvSpPr>
        <p:spPr>
          <a:xfrm>
            <a:off x="5992325" y="3133275"/>
            <a:ext cx="87505" cy="91440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A3DD74-3AE2-3CE5-676C-685D73D14896}"/>
              </a:ext>
            </a:extLst>
          </p:cNvPr>
          <p:cNvSpPr txBox="1"/>
          <p:nvPr/>
        </p:nvSpPr>
        <p:spPr>
          <a:xfrm>
            <a:off x="5992325" y="3091832"/>
            <a:ext cx="473206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FF0000"/>
                </a:solidFill>
              </a:rPr>
              <a:t>606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DDA453-0D3F-28E1-FAF6-73B5725FA53B}"/>
              </a:ext>
            </a:extLst>
          </p:cNvPr>
          <p:cNvSpPr txBox="1"/>
          <p:nvPr/>
        </p:nvSpPr>
        <p:spPr>
          <a:xfrm>
            <a:off x="4059492" y="7795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FL_C663_7_Bot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5082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38</Words>
  <Application>Microsoft Office PowerPoint</Application>
  <PresentationFormat>Widescreen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MUKAM</dc:creator>
  <cp:lastModifiedBy>Joel MUKAM</cp:lastModifiedBy>
  <cp:revision>8</cp:revision>
  <dcterms:created xsi:type="dcterms:W3CDTF">2025-06-26T11:37:11Z</dcterms:created>
  <dcterms:modified xsi:type="dcterms:W3CDTF">2026-04-02T22:58:41Z</dcterms:modified>
</cp:coreProperties>
</file>