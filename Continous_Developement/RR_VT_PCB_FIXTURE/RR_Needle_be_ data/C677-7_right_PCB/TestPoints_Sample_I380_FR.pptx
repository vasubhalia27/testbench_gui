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18" autoAdjust="0"/>
    <p:restoredTop sz="94660"/>
  </p:normalViewPr>
  <p:slideViewPr>
    <p:cSldViewPr snapToGrid="0">
      <p:cViewPr>
        <p:scale>
          <a:sx n="100" d="100"/>
          <a:sy n="100" d="100"/>
        </p:scale>
        <p:origin x="25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3922D-6C10-135E-0460-C8BABD0E5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347C3-99BE-853E-C779-0AF2FE308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E0683-8AE6-E66C-FE2F-4AAA42FF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02/04/2026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43D5F-7F3D-EFDE-BCF0-F67E0484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C5333-62ED-C31A-89D2-A560EE8D0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8685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B52C4-C2B7-4B5B-9E4C-48E4A01CB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23348-6734-E4F6-20E7-0100A154E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722F1-A07D-D95A-C9AD-8DB2A715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02/04/2026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65B17-D3B5-86EB-C8E2-19EC3B1F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6E3DD-BDF1-777D-BC02-91E2E2F3C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198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16528-9D0F-9795-6D64-341A79AC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742C0-5B8C-14A3-167C-0F804B40C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30D03-2D66-9EFA-92BD-F85222413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02/04/2026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685DF-5603-383E-3CA2-D8D4E8A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E3EF0-1D1C-EB92-47EC-CF74ABC9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4210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25F5A-502A-6A21-B47D-174E66993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ECED0-22B8-ED1F-4CB8-FA6972848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98AA3-5EC7-8C89-A302-536CD5FC9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29B478-BB2F-EEF4-D710-3AC6458C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02/04/2026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51DD9-097B-3342-63CB-36FC53B21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5CFA5-5BE3-7643-8C12-14B9DC202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94974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A501-8A51-7EC4-883C-8A177CB08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2C502-21AE-5628-9615-863C6464C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2EBC0-35A0-27DC-A21A-408C6D1A6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CA27DB-D017-33C8-022C-1A58DBACE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31F295-2067-FC2E-54BE-E13ED91192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43ABDE-39C2-D3C6-CFAA-69C05D66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02/04/2026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C517AC-93F1-4594-A567-8D459150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28EEB8-7A3F-645C-A4FB-875E457D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2219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B4FAF-4E51-04E6-F7EC-6FE0861D5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951C25-3FF9-6817-96B0-996F96A1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02/04/2026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73BE7-8906-4A9C-13DA-F3403EAD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CAF1B6-6A00-026E-C733-614030A9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87213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809742-1536-2446-3774-F4DC579AD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02/04/2026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D63B6F-2124-6AC6-397A-EF88CF397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16F04-EC4A-13D2-290E-8CC500A9E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45830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0A6B6-E78A-2ADD-C1C6-95FAE3E64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6530C-0A91-7DB9-D9F6-572C93E93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AD8EE-7533-0489-9365-F784D6DC7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BA361-11A5-7585-4DC3-56D7E0E5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02/04/2026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5C85E-2005-CC07-558E-EEC552D4F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E45E5-B05A-8066-A6C5-08B05C4C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5751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16CB-774E-FDCA-F525-E6594E34F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35AA8-64AC-01F0-401F-2ED380AB9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99307-0A6D-9CF7-99F8-BFA4989ED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6D188-00F5-77A8-87E8-6DD14ED87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02/04/2026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796C2-723B-DDDF-AC20-AA29EC9A1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32E7B-D714-BD6B-2645-510E4389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53633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03AAE-3006-0B11-FC7A-F51F47D76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F0FB1-7CF3-99B8-A7C3-E6B107B2C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99F65-18AA-154A-E33B-8D35418A4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02/04/2026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CA4D3-F169-BBC5-3CB1-322E56B60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574D4-7C48-5330-19C9-95F51125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8620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F410A4-FF84-0797-5C8D-2491EE48F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D42D1-3E2C-59C7-2AC9-29F63FDB2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820C4-45C8-E253-B4FF-3468205AD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02/04/2026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9DD59-03BD-9C84-75ED-EE25493A0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9F115-A558-B5C6-55B1-3DA55818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95835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78FEF1-4FC9-5C73-240D-73ACF124F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BDCEC-A974-EA21-DEBB-0800194FA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55EDD-B391-526E-9433-F4EDC288E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831AB-44FF-45E8-89DC-47B104DF4DE1}" type="datetimeFigureOut">
              <a:rPr lang="en-DE" smtClean="0"/>
              <a:t>02/04/2026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A68B4-0FE4-83C2-EDBC-3CAE381B2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D5E49-9A45-CBF3-7726-530C22D71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0291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AB3BF416-2EAA-A8BC-481C-6CAC013B0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616"/>
            <a:ext cx="12170195" cy="213378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BE0461E-F22A-2B17-917C-576CEBF9D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4628" y="537291"/>
            <a:ext cx="9144000" cy="568028"/>
          </a:xfrm>
        </p:spPr>
        <p:txBody>
          <a:bodyPr/>
          <a:lstStyle/>
          <a:p>
            <a:r>
              <a:rPr lang="de-DE" dirty="0"/>
              <a:t>FR_C677-7_Top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036109-5ED8-0DF1-DE5B-7D083EC79825}"/>
              </a:ext>
            </a:extLst>
          </p:cNvPr>
          <p:cNvSpPr txBox="1"/>
          <p:nvPr/>
        </p:nvSpPr>
        <p:spPr>
          <a:xfrm>
            <a:off x="5967714" y="1723826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221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6F52B-82D4-B52D-0250-5014BCCC511E}"/>
              </a:ext>
            </a:extLst>
          </p:cNvPr>
          <p:cNvSpPr txBox="1"/>
          <p:nvPr/>
        </p:nvSpPr>
        <p:spPr>
          <a:xfrm>
            <a:off x="2721597" y="3305251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110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1DADD-C25E-E518-E6AF-E41894AA3BD4}"/>
              </a:ext>
            </a:extLst>
          </p:cNvPr>
          <p:cNvSpPr txBox="1"/>
          <p:nvPr/>
        </p:nvSpPr>
        <p:spPr>
          <a:xfrm>
            <a:off x="3521647" y="3295938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622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3B50A96F-5061-1918-743C-1623C1C3CE05}"/>
              </a:ext>
            </a:extLst>
          </p:cNvPr>
          <p:cNvSpPr/>
          <p:nvPr/>
        </p:nvSpPr>
        <p:spPr>
          <a:xfrm flipH="1">
            <a:off x="2756395" y="3308456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C8FF70D1-BDCC-FADB-E6C0-07E21EDE0743}"/>
              </a:ext>
            </a:extLst>
          </p:cNvPr>
          <p:cNvSpPr/>
          <p:nvPr/>
        </p:nvSpPr>
        <p:spPr>
          <a:xfrm flipH="1">
            <a:off x="3543215" y="3311839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B6DEF1B2-C567-6DDB-D036-77E03AA4BFAF}"/>
              </a:ext>
            </a:extLst>
          </p:cNvPr>
          <p:cNvSpPr/>
          <p:nvPr/>
        </p:nvSpPr>
        <p:spPr>
          <a:xfrm flipH="1">
            <a:off x="5621429" y="2438491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C3729A-0C53-8ECD-437E-7D41EB737E15}"/>
              </a:ext>
            </a:extLst>
          </p:cNvPr>
          <p:cNvSpPr txBox="1"/>
          <p:nvPr/>
        </p:nvSpPr>
        <p:spPr>
          <a:xfrm>
            <a:off x="5621429" y="2414756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101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E823A4E8-8C9F-C633-944B-7747B65FA1CE}"/>
              </a:ext>
            </a:extLst>
          </p:cNvPr>
          <p:cNvSpPr/>
          <p:nvPr/>
        </p:nvSpPr>
        <p:spPr>
          <a:xfrm flipH="1">
            <a:off x="5967714" y="1906626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B0CC06F0-DE06-9A72-0C04-EFF4A125FA0B}"/>
              </a:ext>
            </a:extLst>
          </p:cNvPr>
          <p:cNvSpPr/>
          <p:nvPr/>
        </p:nvSpPr>
        <p:spPr>
          <a:xfrm flipH="1">
            <a:off x="2668892" y="2093103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7A646F-C3D6-02AB-D3CF-C68E64088894}"/>
              </a:ext>
            </a:extLst>
          </p:cNvPr>
          <p:cNvSpPr txBox="1"/>
          <p:nvPr/>
        </p:nvSpPr>
        <p:spPr>
          <a:xfrm>
            <a:off x="2664235" y="2099864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700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1214F226-8F6E-E45D-A3B4-D8BA942BD3E2}"/>
              </a:ext>
            </a:extLst>
          </p:cNvPr>
          <p:cNvSpPr/>
          <p:nvPr/>
        </p:nvSpPr>
        <p:spPr>
          <a:xfrm flipH="1">
            <a:off x="2498076" y="3151219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B08C97-92EF-C8F9-6DF7-CB21A8A4B266}"/>
              </a:ext>
            </a:extLst>
          </p:cNvPr>
          <p:cNvSpPr txBox="1"/>
          <p:nvPr/>
        </p:nvSpPr>
        <p:spPr>
          <a:xfrm>
            <a:off x="2498076" y="3054683"/>
            <a:ext cx="347694" cy="215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rgbClr val="FF0000"/>
                </a:solidFill>
              </a:rPr>
              <a:t>703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53003F-0285-E7E3-E507-BB64463FDE3C}"/>
              </a:ext>
            </a:extLst>
          </p:cNvPr>
          <p:cNvCxnSpPr>
            <a:cxnSpLocks/>
          </p:cNvCxnSpPr>
          <p:nvPr/>
        </p:nvCxnSpPr>
        <p:spPr>
          <a:xfrm>
            <a:off x="2419660" y="2996007"/>
            <a:ext cx="12628" cy="224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165789DA-950F-61BF-FC1C-0236DACE2688}"/>
              </a:ext>
            </a:extLst>
          </p:cNvPr>
          <p:cNvSpPr/>
          <p:nvPr/>
        </p:nvSpPr>
        <p:spPr>
          <a:xfrm flipH="1">
            <a:off x="2251468" y="3367279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64D95320-AF59-D8E5-6D7B-0062172EBE02}"/>
              </a:ext>
            </a:extLst>
          </p:cNvPr>
          <p:cNvSpPr/>
          <p:nvPr/>
        </p:nvSpPr>
        <p:spPr>
          <a:xfrm flipH="1">
            <a:off x="2243308" y="3243079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29768EDB-A1E1-4F77-8001-10DE700C0291}"/>
              </a:ext>
            </a:extLst>
          </p:cNvPr>
          <p:cNvSpPr/>
          <p:nvPr/>
        </p:nvSpPr>
        <p:spPr>
          <a:xfrm flipH="1">
            <a:off x="2958200" y="2752618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B96C342-57DD-E532-F5AE-6FE1348D3F0E}"/>
              </a:ext>
            </a:extLst>
          </p:cNvPr>
          <p:cNvCxnSpPr>
            <a:cxnSpLocks/>
          </p:cNvCxnSpPr>
          <p:nvPr/>
        </p:nvCxnSpPr>
        <p:spPr>
          <a:xfrm flipH="1" flipV="1">
            <a:off x="2311319" y="3440006"/>
            <a:ext cx="62755" cy="219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B35A4C-C6B5-5CE4-C98A-0BAF568D3F60}"/>
              </a:ext>
            </a:extLst>
          </p:cNvPr>
          <p:cNvCxnSpPr>
            <a:cxnSpLocks/>
          </p:cNvCxnSpPr>
          <p:nvPr/>
        </p:nvCxnSpPr>
        <p:spPr>
          <a:xfrm flipV="1">
            <a:off x="1915742" y="3294600"/>
            <a:ext cx="327566" cy="329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64C9B9B8-039E-708C-B8C2-8A7AEFB0A592}"/>
              </a:ext>
            </a:extLst>
          </p:cNvPr>
          <p:cNvSpPr/>
          <p:nvPr/>
        </p:nvSpPr>
        <p:spPr>
          <a:xfrm flipH="1">
            <a:off x="2157202" y="3195347"/>
            <a:ext cx="87504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422592-A512-00D0-C944-9B3F87201323}"/>
              </a:ext>
            </a:extLst>
          </p:cNvPr>
          <p:cNvSpPr txBox="1"/>
          <p:nvPr/>
        </p:nvSpPr>
        <p:spPr>
          <a:xfrm>
            <a:off x="2958200" y="2568644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708</a:t>
            </a: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EDF918A5-D7A0-D8DE-AFC2-2CEE7CF29317}"/>
              </a:ext>
            </a:extLst>
          </p:cNvPr>
          <p:cNvSpPr/>
          <p:nvPr/>
        </p:nvSpPr>
        <p:spPr>
          <a:xfrm flipH="1">
            <a:off x="2392260" y="3235100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FA0CD88D-9E69-189B-69CD-9EEDCE8EF798}"/>
              </a:ext>
            </a:extLst>
          </p:cNvPr>
          <p:cNvSpPr/>
          <p:nvPr/>
        </p:nvSpPr>
        <p:spPr>
          <a:xfrm flipH="1">
            <a:off x="3700929" y="3035282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1ADD0B-875C-356B-B2EF-22B7019CA892}"/>
              </a:ext>
            </a:extLst>
          </p:cNvPr>
          <p:cNvSpPr txBox="1"/>
          <p:nvPr/>
        </p:nvSpPr>
        <p:spPr>
          <a:xfrm>
            <a:off x="3700929" y="2973253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619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77F5ED-0D47-B680-9A0F-AC5F6B938ACD}"/>
              </a:ext>
            </a:extLst>
          </p:cNvPr>
          <p:cNvSpPr txBox="1"/>
          <p:nvPr/>
        </p:nvSpPr>
        <p:spPr>
          <a:xfrm>
            <a:off x="9628884" y="3428660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305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B04557-75DB-1280-1471-99407F3619F9}"/>
              </a:ext>
            </a:extLst>
          </p:cNvPr>
          <p:cNvSpPr txBox="1"/>
          <p:nvPr/>
        </p:nvSpPr>
        <p:spPr>
          <a:xfrm>
            <a:off x="1894507" y="3075460"/>
            <a:ext cx="347694" cy="215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rgbClr val="FF0000"/>
                </a:solidFill>
              </a:rPr>
              <a:t>704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617443-3BDD-261F-BD22-487FE8CD4ABF}"/>
              </a:ext>
            </a:extLst>
          </p:cNvPr>
          <p:cNvSpPr txBox="1"/>
          <p:nvPr/>
        </p:nvSpPr>
        <p:spPr>
          <a:xfrm>
            <a:off x="2258441" y="2768699"/>
            <a:ext cx="347694" cy="215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rgbClr val="FF0000"/>
                </a:solidFill>
              </a:rPr>
              <a:t>705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DB3D79-22AA-61D0-CED9-CFD7EC609D7F}"/>
              </a:ext>
            </a:extLst>
          </p:cNvPr>
          <p:cNvSpPr txBox="1"/>
          <p:nvPr/>
        </p:nvSpPr>
        <p:spPr>
          <a:xfrm>
            <a:off x="2255671" y="3695128"/>
            <a:ext cx="347694" cy="215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rgbClr val="FF0000"/>
                </a:solidFill>
              </a:rPr>
              <a:t>706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776D20-F6BA-46D1-B01A-EABAC7F64337}"/>
              </a:ext>
            </a:extLst>
          </p:cNvPr>
          <p:cNvSpPr txBox="1"/>
          <p:nvPr/>
        </p:nvSpPr>
        <p:spPr>
          <a:xfrm>
            <a:off x="1616102" y="3645215"/>
            <a:ext cx="347694" cy="215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rgbClr val="FF0000"/>
                </a:solidFill>
              </a:rPr>
              <a:t>707</a:t>
            </a:r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F082E3CF-693C-AA00-5752-9ADFCF1FA209}"/>
              </a:ext>
            </a:extLst>
          </p:cNvPr>
          <p:cNvSpPr/>
          <p:nvPr/>
        </p:nvSpPr>
        <p:spPr>
          <a:xfrm>
            <a:off x="9779901" y="2076577"/>
            <a:ext cx="65140" cy="61595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7D6090-7028-A9D1-C479-42FC4E39D28C}"/>
              </a:ext>
            </a:extLst>
          </p:cNvPr>
          <p:cNvSpPr txBox="1"/>
          <p:nvPr/>
        </p:nvSpPr>
        <p:spPr>
          <a:xfrm>
            <a:off x="9224207" y="1904082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321</a:t>
            </a:r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9B31C376-F5DE-C768-82BF-7EE4AB3F9D27}"/>
              </a:ext>
            </a:extLst>
          </p:cNvPr>
          <p:cNvSpPr/>
          <p:nvPr/>
        </p:nvSpPr>
        <p:spPr>
          <a:xfrm flipH="1">
            <a:off x="10126868" y="2706688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50829C-C800-3818-0CBD-49AB397E7F07}"/>
              </a:ext>
            </a:extLst>
          </p:cNvPr>
          <p:cNvSpPr txBox="1"/>
          <p:nvPr/>
        </p:nvSpPr>
        <p:spPr>
          <a:xfrm>
            <a:off x="10102090" y="2530351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113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4383F-311C-F176-6974-E07C60643D57}"/>
              </a:ext>
            </a:extLst>
          </p:cNvPr>
          <p:cNvSpPr txBox="1"/>
          <p:nvPr/>
        </p:nvSpPr>
        <p:spPr>
          <a:xfrm>
            <a:off x="9741165" y="2031603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310</a:t>
            </a:r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D8D8A7AA-21A6-1E6C-C500-801021F17F7E}"/>
              </a:ext>
            </a:extLst>
          </p:cNvPr>
          <p:cNvSpPr/>
          <p:nvPr/>
        </p:nvSpPr>
        <p:spPr>
          <a:xfrm flipH="1">
            <a:off x="11477287" y="2338852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3EC438-AB2B-108A-8E19-CB04C6627F0B}"/>
              </a:ext>
            </a:extLst>
          </p:cNvPr>
          <p:cNvSpPr txBox="1"/>
          <p:nvPr/>
        </p:nvSpPr>
        <p:spPr>
          <a:xfrm>
            <a:off x="11108391" y="2184963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603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D0F931-B7A6-9C38-FA89-5486503D4D65}"/>
              </a:ext>
            </a:extLst>
          </p:cNvPr>
          <p:cNvSpPr txBox="1"/>
          <p:nvPr/>
        </p:nvSpPr>
        <p:spPr>
          <a:xfrm>
            <a:off x="9127967" y="3272700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405</a:t>
            </a: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4B22C145-FAA5-5531-C818-D4B9F02AB9BD}"/>
              </a:ext>
            </a:extLst>
          </p:cNvPr>
          <p:cNvSpPr/>
          <p:nvPr/>
        </p:nvSpPr>
        <p:spPr>
          <a:xfrm flipH="1">
            <a:off x="9506220" y="3459140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5E8A1B7A-5A18-3538-603D-0225B009C279}"/>
              </a:ext>
            </a:extLst>
          </p:cNvPr>
          <p:cNvSpPr/>
          <p:nvPr/>
        </p:nvSpPr>
        <p:spPr>
          <a:xfrm flipH="1">
            <a:off x="9653662" y="3459140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1DADBE74-D205-9B25-4A58-833D8FAC0ED6}"/>
              </a:ext>
            </a:extLst>
          </p:cNvPr>
          <p:cNvSpPr/>
          <p:nvPr/>
        </p:nvSpPr>
        <p:spPr>
          <a:xfrm>
            <a:off x="9588522" y="2057971"/>
            <a:ext cx="65140" cy="61595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4277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E86E4D-07E4-6999-94E6-C1A9D3B00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2" y="2026920"/>
            <a:ext cx="12176418" cy="2362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94DC8A-5EAA-9206-4A82-CD0E3BB37D01}"/>
              </a:ext>
            </a:extLst>
          </p:cNvPr>
          <p:cNvSpPr txBox="1"/>
          <p:nvPr/>
        </p:nvSpPr>
        <p:spPr>
          <a:xfrm>
            <a:off x="8308556" y="2809905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126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BC20B010-93F3-D3DC-5F4C-65CED899EC3E}"/>
              </a:ext>
            </a:extLst>
          </p:cNvPr>
          <p:cNvSpPr/>
          <p:nvPr/>
        </p:nvSpPr>
        <p:spPr>
          <a:xfrm>
            <a:off x="8679715" y="2986548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B88E62ED-B87A-E244-7E59-42A0AD032571}"/>
              </a:ext>
            </a:extLst>
          </p:cNvPr>
          <p:cNvSpPr/>
          <p:nvPr/>
        </p:nvSpPr>
        <p:spPr>
          <a:xfrm>
            <a:off x="6462822" y="3696922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48702B-32CA-DB94-D0B7-CCDFD6A6267E}"/>
              </a:ext>
            </a:extLst>
          </p:cNvPr>
          <p:cNvSpPr txBox="1"/>
          <p:nvPr/>
        </p:nvSpPr>
        <p:spPr>
          <a:xfrm>
            <a:off x="9133747" y="2656016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106</a:t>
            </a: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A7661CED-0C1B-D3FD-E165-65E10C15DB8F}"/>
              </a:ext>
            </a:extLst>
          </p:cNvPr>
          <p:cNvSpPr/>
          <p:nvPr/>
        </p:nvSpPr>
        <p:spPr>
          <a:xfrm>
            <a:off x="3503456" y="2368695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D67790-647B-3393-0223-E91F26B6B282}"/>
              </a:ext>
            </a:extLst>
          </p:cNvPr>
          <p:cNvSpPr txBox="1"/>
          <p:nvPr/>
        </p:nvSpPr>
        <p:spPr>
          <a:xfrm>
            <a:off x="3547208" y="3484168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402</a:t>
            </a: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C5E164B5-DBE0-8B57-83D6-E687E9134D3D}"/>
              </a:ext>
            </a:extLst>
          </p:cNvPr>
          <p:cNvSpPr/>
          <p:nvPr/>
        </p:nvSpPr>
        <p:spPr>
          <a:xfrm>
            <a:off x="7974949" y="3467043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A6474C-21BD-D0B6-2438-4F09466C2F6F}"/>
              </a:ext>
            </a:extLst>
          </p:cNvPr>
          <p:cNvSpPr txBox="1"/>
          <p:nvPr/>
        </p:nvSpPr>
        <p:spPr>
          <a:xfrm>
            <a:off x="7981494" y="3263665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403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3E8E06A4-3C18-C137-9AE8-5C3868A356CB}"/>
              </a:ext>
            </a:extLst>
          </p:cNvPr>
          <p:cNvSpPr/>
          <p:nvPr/>
        </p:nvSpPr>
        <p:spPr>
          <a:xfrm>
            <a:off x="9133747" y="2815565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0444E2-0736-6A80-D3CB-C3DE53AC0C14}"/>
              </a:ext>
            </a:extLst>
          </p:cNvPr>
          <p:cNvSpPr txBox="1"/>
          <p:nvPr/>
        </p:nvSpPr>
        <p:spPr>
          <a:xfrm>
            <a:off x="3503456" y="2368695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9002ADD4-B34C-99FA-EA48-0C6130584C61}"/>
              </a:ext>
            </a:extLst>
          </p:cNvPr>
          <p:cNvSpPr/>
          <p:nvPr/>
        </p:nvSpPr>
        <p:spPr>
          <a:xfrm>
            <a:off x="3582972" y="3666652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2D7FFF-F1E5-023F-72B7-F31022E7A233}"/>
              </a:ext>
            </a:extLst>
          </p:cNvPr>
          <p:cNvSpPr txBox="1"/>
          <p:nvPr/>
        </p:nvSpPr>
        <p:spPr>
          <a:xfrm>
            <a:off x="6462822" y="3512763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614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DF2F0022-64AF-2D6D-AF23-E4F9ED7A7388}"/>
              </a:ext>
            </a:extLst>
          </p:cNvPr>
          <p:cNvSpPr/>
          <p:nvPr/>
        </p:nvSpPr>
        <p:spPr>
          <a:xfrm>
            <a:off x="4289926" y="3172225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62434C-93A9-73BB-D28E-69EDC45A103A}"/>
              </a:ext>
            </a:extLst>
          </p:cNvPr>
          <p:cNvSpPr txBox="1"/>
          <p:nvPr/>
        </p:nvSpPr>
        <p:spPr>
          <a:xfrm>
            <a:off x="3976662" y="3003376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117</a:t>
            </a: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88C5BE00-4C82-6CCA-5357-A57AA1B41978}"/>
              </a:ext>
            </a:extLst>
          </p:cNvPr>
          <p:cNvSpPr/>
          <p:nvPr/>
        </p:nvSpPr>
        <p:spPr>
          <a:xfrm>
            <a:off x="6419069" y="3847124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A3DD74-3AE2-3CE5-676C-685D73D14896}"/>
              </a:ext>
            </a:extLst>
          </p:cNvPr>
          <p:cNvSpPr txBox="1"/>
          <p:nvPr/>
        </p:nvSpPr>
        <p:spPr>
          <a:xfrm>
            <a:off x="6062969" y="3820540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606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B63BD1A-EC0C-AAA3-02A6-6F62747A02DD}"/>
              </a:ext>
            </a:extLst>
          </p:cNvPr>
          <p:cNvSpPr txBox="1">
            <a:spLocks/>
          </p:cNvSpPr>
          <p:nvPr/>
        </p:nvSpPr>
        <p:spPr>
          <a:xfrm>
            <a:off x="1654628" y="537291"/>
            <a:ext cx="9144000" cy="568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  			</a:t>
            </a:r>
            <a:r>
              <a:rPr lang="de-DE" sz="2400" dirty="0"/>
              <a:t>FR_C677-7_Bottom</a:t>
            </a:r>
            <a:endParaRPr lang="en-DE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2A9E7F-047E-C772-DEE8-96BF872F8841}"/>
              </a:ext>
            </a:extLst>
          </p:cNvPr>
          <p:cNvSpPr txBox="1"/>
          <p:nvPr/>
        </p:nvSpPr>
        <p:spPr>
          <a:xfrm>
            <a:off x="8250262" y="4008002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404</a:t>
            </a:r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AA44D110-E3A3-8F87-35C5-E21B09E62002}"/>
              </a:ext>
            </a:extLst>
          </p:cNvPr>
          <p:cNvSpPr/>
          <p:nvPr/>
        </p:nvSpPr>
        <p:spPr>
          <a:xfrm>
            <a:off x="8264804" y="4069032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BDBE18-911B-F59B-6F89-CD6B45C378CF}"/>
              </a:ext>
            </a:extLst>
          </p:cNvPr>
          <p:cNvSpPr txBox="1"/>
          <p:nvPr/>
        </p:nvSpPr>
        <p:spPr>
          <a:xfrm>
            <a:off x="1329088" y="3189014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307</a:t>
            </a: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DE55A51C-83D1-4985-694B-2798E5B7D4A0}"/>
              </a:ext>
            </a:extLst>
          </p:cNvPr>
          <p:cNvSpPr/>
          <p:nvPr/>
        </p:nvSpPr>
        <p:spPr>
          <a:xfrm>
            <a:off x="1350860" y="3194707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0827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1990</TotalTime>
  <Words>42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MUKAM</dc:creator>
  <cp:lastModifiedBy>Joel MUKAM</cp:lastModifiedBy>
  <cp:revision>9</cp:revision>
  <dcterms:created xsi:type="dcterms:W3CDTF">2025-06-26T11:37:11Z</dcterms:created>
  <dcterms:modified xsi:type="dcterms:W3CDTF">2026-04-02T22:12:41Z</dcterms:modified>
</cp:coreProperties>
</file>