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749" r:id="rId2"/>
  </p:sldIdLst>
  <p:sldSz cx="9144000" cy="5143500" type="screen16x9"/>
  <p:notesSz cx="6797675" cy="9926638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Arial" charset="0"/>
        <a:ea typeface="+mn-ea"/>
        <a:cs typeface="Angsana New" charset="-34"/>
      </a:defRPr>
    </a:lvl1pPr>
    <a:lvl2pPr marL="457200" algn="l" rtl="0" fontAlgn="base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Arial" charset="0"/>
        <a:ea typeface="+mn-ea"/>
        <a:cs typeface="Angsana New" charset="-34"/>
      </a:defRPr>
    </a:lvl2pPr>
    <a:lvl3pPr marL="914400" algn="l" rtl="0" fontAlgn="base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Arial" charset="0"/>
        <a:ea typeface="+mn-ea"/>
        <a:cs typeface="Angsana New" charset="-34"/>
      </a:defRPr>
    </a:lvl3pPr>
    <a:lvl4pPr marL="1371600" algn="l" rtl="0" fontAlgn="base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Arial" charset="0"/>
        <a:ea typeface="+mn-ea"/>
        <a:cs typeface="Angsana New" charset="-34"/>
      </a:defRPr>
    </a:lvl4pPr>
    <a:lvl5pPr marL="1828800" algn="l" rtl="0" fontAlgn="base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Arial" charset="0"/>
        <a:ea typeface="+mn-ea"/>
        <a:cs typeface="Angsana New" charset="-34"/>
      </a:defRPr>
    </a:lvl5pPr>
    <a:lvl6pPr marL="2286000" algn="l" defTabSz="914400" rtl="0" eaLnBrk="1" latinLnBrk="0" hangingPunct="1">
      <a:defRPr kumimoji="1" sz="2800" kern="1200">
        <a:solidFill>
          <a:schemeClr val="tx1"/>
        </a:solidFill>
        <a:latin typeface="Arial" charset="0"/>
        <a:ea typeface="+mn-ea"/>
        <a:cs typeface="Angsana New" charset="-34"/>
      </a:defRPr>
    </a:lvl6pPr>
    <a:lvl7pPr marL="2743200" algn="l" defTabSz="914400" rtl="0" eaLnBrk="1" latinLnBrk="0" hangingPunct="1">
      <a:defRPr kumimoji="1" sz="2800" kern="1200">
        <a:solidFill>
          <a:schemeClr val="tx1"/>
        </a:solidFill>
        <a:latin typeface="Arial" charset="0"/>
        <a:ea typeface="+mn-ea"/>
        <a:cs typeface="Angsana New" charset="-34"/>
      </a:defRPr>
    </a:lvl7pPr>
    <a:lvl8pPr marL="3200400" algn="l" defTabSz="914400" rtl="0" eaLnBrk="1" latinLnBrk="0" hangingPunct="1">
      <a:defRPr kumimoji="1" sz="2800" kern="1200">
        <a:solidFill>
          <a:schemeClr val="tx1"/>
        </a:solidFill>
        <a:latin typeface="Arial" charset="0"/>
        <a:ea typeface="+mn-ea"/>
        <a:cs typeface="Angsana New" charset="-34"/>
      </a:defRPr>
    </a:lvl8pPr>
    <a:lvl9pPr marL="3657600" algn="l" defTabSz="914400" rtl="0" eaLnBrk="1" latinLnBrk="0" hangingPunct="1">
      <a:defRPr kumimoji="1" sz="2800" kern="1200">
        <a:solidFill>
          <a:schemeClr val="tx1"/>
        </a:solidFill>
        <a:latin typeface="Arial" charset="0"/>
        <a:ea typeface="+mn-ea"/>
        <a:cs typeface="Angsana New" charset="-34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B3"/>
    <a:srgbClr val="EE242C"/>
    <a:srgbClr val="0000FF"/>
    <a:srgbClr val="0063B1"/>
    <a:srgbClr val="ED1E27"/>
    <a:srgbClr val="0060AF"/>
    <a:srgbClr val="FFFFFF"/>
    <a:srgbClr val="00B050"/>
    <a:srgbClr val="DCE6F2"/>
    <a:srgbClr val="CC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3" autoAdjust="0"/>
    <p:restoredTop sz="95551" autoAdjust="0"/>
  </p:normalViewPr>
  <p:slideViewPr>
    <p:cSldViewPr>
      <p:cViewPr varScale="1">
        <p:scale>
          <a:sx n="147" d="100"/>
          <a:sy n="147" d="100"/>
        </p:scale>
        <p:origin x="288" y="10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37AD40FD-3384-4839-BAE7-826E80A0896A}" type="datetimeFigureOut">
              <a:rPr lang="ja-JP" altLang="en-US"/>
              <a:pPr>
                <a:defRPr/>
              </a:pPr>
              <a:t>2026/5/14</a:t>
            </a:fld>
            <a:endParaRPr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ja-JP" altLang="en-US" noProof="0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DAA2F600-56BB-400D-B6DA-611141A39817}" type="slidenum">
              <a:rPr lang="ja-JP" altLang="en-US"/>
              <a:pPr>
                <a:defRPr/>
              </a:pPr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64717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MS PGothic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MS PGothic" pitchFamily="34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1597827"/>
            <a:ext cx="7772400" cy="1102519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800">
                <a:solidFill>
                  <a:srgbClr val="002060"/>
                </a:solidFill>
              </a:defRPr>
            </a:lvl1pPr>
          </a:lstStyle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81492" y="311181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solidFill>
                  <a:srgbClr val="002060"/>
                </a:solidFill>
              </a:defRPr>
            </a:lvl1pPr>
            <a:lvl2pPr marL="478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7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66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55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44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33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2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10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en-US" altLang="ja-JP" smtClean="0"/>
              <a:t>Click to edit Master subtitle style</a:t>
            </a:r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ja-JP" altLang="en-US"/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107504" y="357504"/>
            <a:ext cx="8928992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7029855" y="4968923"/>
            <a:ext cx="2133600" cy="273844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</a:lstStyle>
          <a:p>
            <a:pPr>
              <a:defRPr/>
            </a:pPr>
            <a:fld id="{5B2272D2-DB74-43E2-BE6A-5DC94A4B4B28}" type="slidenum">
              <a:rPr lang="ja-JP" altLang="en-US" smtClean="0"/>
              <a:pPr>
                <a:defRPr/>
              </a:pPr>
              <a:t>‹#›</a:t>
            </a:fld>
            <a:endParaRPr lang="ja-JP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4767273"/>
            <a:ext cx="2133600" cy="273844"/>
          </a:xfrm>
          <a:prstGeom prst="rect">
            <a:avLst/>
          </a:prstGeom>
        </p:spPr>
        <p:txBody>
          <a:bodyPr vert="horz" lIns="95776" tIns="47889" rIns="95776" bIns="47889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</a:lstStyle>
          <a:p>
            <a:pPr>
              <a:defRPr/>
            </a:pPr>
            <a:endParaRPr lang="ja-JP" altLang="en-US" dirty="0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2" y="4767273"/>
            <a:ext cx="2895600" cy="273844"/>
          </a:xfrm>
          <a:prstGeom prst="rect">
            <a:avLst/>
          </a:prstGeom>
        </p:spPr>
        <p:txBody>
          <a:bodyPr vert="horz" lIns="95776" tIns="47889" rIns="95776" bIns="47889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36296" y="26062"/>
            <a:ext cx="1898614" cy="288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57771" rtl="0" eaLnBrk="1" latinLnBrk="0" hangingPunct="1">
        <a:spcBef>
          <a:spcPct val="0"/>
        </a:spcBef>
        <a:buNone/>
        <a:defRPr kumimoji="1" sz="2000" kern="1200">
          <a:solidFill>
            <a:srgbClr val="0000FF"/>
          </a:solidFill>
          <a:latin typeface="メイリオ" pitchFamily="50" charset="-128"/>
          <a:ea typeface="メイリオ" pitchFamily="50" charset="-128"/>
          <a:cs typeface="メイリオ" pitchFamily="50" charset="-128"/>
        </a:defRPr>
      </a:lvl1pPr>
    </p:titleStyle>
    <p:bodyStyle>
      <a:lvl1pPr marL="359165" indent="-359165" algn="l" defTabSz="957771" rtl="0" eaLnBrk="1" latinLnBrk="0" hangingPunct="1">
        <a:spcBef>
          <a:spcPct val="20000"/>
        </a:spcBef>
        <a:buFont typeface="Arial" pitchFamily="34" charset="0"/>
        <a:buChar char="•"/>
        <a:defRPr kumimoji="1" sz="3400" kern="1200">
          <a:solidFill>
            <a:schemeClr val="tx1"/>
          </a:solidFill>
          <a:latin typeface="メイリオ" pitchFamily="50" charset="-128"/>
          <a:ea typeface="メイリオ" pitchFamily="50" charset="-128"/>
          <a:cs typeface="メイリオ" pitchFamily="50" charset="-128"/>
        </a:defRPr>
      </a:lvl1pPr>
      <a:lvl2pPr marL="778189" indent="-299304" algn="l" defTabSz="957771" rtl="0" eaLnBrk="1" latinLnBrk="0" hangingPunct="1">
        <a:spcBef>
          <a:spcPct val="20000"/>
        </a:spcBef>
        <a:buFont typeface="Arial" pitchFamily="34" charset="0"/>
        <a:buChar char="–"/>
        <a:defRPr kumimoji="1" sz="2900" kern="1200">
          <a:solidFill>
            <a:schemeClr val="tx1"/>
          </a:solidFill>
          <a:latin typeface="メイリオ" pitchFamily="50" charset="-128"/>
          <a:ea typeface="メイリオ" pitchFamily="50" charset="-128"/>
          <a:cs typeface="メイリオ" pitchFamily="50" charset="-128"/>
        </a:defRPr>
      </a:lvl2pPr>
      <a:lvl3pPr marL="1197214" indent="-239442" algn="l" defTabSz="957771" rtl="0" eaLnBrk="1" latinLnBrk="0" hangingPunct="1">
        <a:spcBef>
          <a:spcPct val="20000"/>
        </a:spcBef>
        <a:buFont typeface="Arial" pitchFamily="34" charset="0"/>
        <a:buChar char="•"/>
        <a:defRPr kumimoji="1" sz="2500" kern="1200">
          <a:solidFill>
            <a:schemeClr val="tx1"/>
          </a:solidFill>
          <a:latin typeface="メイリオ" pitchFamily="50" charset="-128"/>
          <a:ea typeface="メイリオ" pitchFamily="50" charset="-128"/>
          <a:cs typeface="メイリオ" pitchFamily="50" charset="-128"/>
        </a:defRPr>
      </a:lvl3pPr>
      <a:lvl4pPr marL="1676100" indent="-239442" algn="l" defTabSz="957771" rtl="0" eaLnBrk="1" latinLnBrk="0" hangingPunct="1">
        <a:spcBef>
          <a:spcPct val="20000"/>
        </a:spcBef>
        <a:buFont typeface="Arial" pitchFamily="34" charset="0"/>
        <a:buChar char="–"/>
        <a:defRPr kumimoji="1" sz="2100" kern="1200">
          <a:solidFill>
            <a:schemeClr val="tx1"/>
          </a:solidFill>
          <a:latin typeface="メイリオ" pitchFamily="50" charset="-128"/>
          <a:ea typeface="メイリオ" pitchFamily="50" charset="-128"/>
          <a:cs typeface="メイリオ" pitchFamily="50" charset="-128"/>
        </a:defRPr>
      </a:lvl4pPr>
      <a:lvl5pPr marL="2154987" indent="-239442" algn="l" defTabSz="957771" rtl="0" eaLnBrk="1" latinLnBrk="0" hangingPunct="1">
        <a:spcBef>
          <a:spcPct val="20000"/>
        </a:spcBef>
        <a:buFont typeface="Arial" pitchFamily="34" charset="0"/>
        <a:buChar char="»"/>
        <a:defRPr kumimoji="1" sz="2100" kern="1200">
          <a:solidFill>
            <a:schemeClr val="tx1"/>
          </a:solidFill>
          <a:latin typeface="メイリオ" pitchFamily="50" charset="-128"/>
          <a:ea typeface="メイリオ" pitchFamily="50" charset="-128"/>
          <a:cs typeface="メイリオ" pitchFamily="50" charset="-128"/>
        </a:defRPr>
      </a:lvl5pPr>
      <a:lvl6pPr marL="2633873" indent="-239442" algn="l" defTabSz="957771" rtl="0" eaLnBrk="1" latinLnBrk="0" hangingPunct="1">
        <a:spcBef>
          <a:spcPct val="20000"/>
        </a:spcBef>
        <a:buFont typeface="Arial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12757" indent="-239442" algn="l" defTabSz="957771" rtl="0" eaLnBrk="1" latinLnBrk="0" hangingPunct="1">
        <a:spcBef>
          <a:spcPct val="20000"/>
        </a:spcBef>
        <a:buFont typeface="Arial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591645" indent="-239442" algn="l" defTabSz="957771" rtl="0" eaLnBrk="1" latinLnBrk="0" hangingPunct="1">
        <a:spcBef>
          <a:spcPct val="20000"/>
        </a:spcBef>
        <a:buFont typeface="Arial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70529" indent="-239442" algn="l" defTabSz="957771" rtl="0" eaLnBrk="1" latinLnBrk="0" hangingPunct="1">
        <a:spcBef>
          <a:spcPct val="20000"/>
        </a:spcBef>
        <a:buFont typeface="Arial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57771" rtl="0" eaLnBrk="1" latinLnBrk="0" hangingPunct="1"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886" algn="l" defTabSz="957771" rtl="0" eaLnBrk="1" latinLnBrk="0" hangingPunct="1"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771" algn="l" defTabSz="957771" rtl="0" eaLnBrk="1" latinLnBrk="0" hangingPunct="1"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6658" algn="l" defTabSz="957771" rtl="0" eaLnBrk="1" latinLnBrk="0" hangingPunct="1"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5543" algn="l" defTabSz="957771" rtl="0" eaLnBrk="1" latinLnBrk="0" hangingPunct="1"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4429" algn="l" defTabSz="957771" rtl="0" eaLnBrk="1" latinLnBrk="0" hangingPunct="1"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3316" algn="l" defTabSz="957771" rtl="0" eaLnBrk="1" latinLnBrk="0" hangingPunct="1"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52200" algn="l" defTabSz="957771" rtl="0" eaLnBrk="1" latinLnBrk="0" hangingPunct="1"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31087" algn="l" defTabSz="957771" rtl="0" eaLnBrk="1" latinLnBrk="0" hangingPunct="1"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7504" y="33468"/>
            <a:ext cx="7056784" cy="27003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 anchorCtr="0">
            <a:noAutofit/>
          </a:bodyPr>
          <a:lstStyle/>
          <a:p>
            <a:r>
              <a:rPr lang="en-US" sz="1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rPr>
              <a:t>Project Sharing</a:t>
            </a:r>
            <a:endParaRPr lang="th-TH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" panose="020B0604030504040204" pitchFamily="34" charset="-128"/>
              <a:ea typeface="Meiryo" panose="020B0604030504040204" pitchFamily="34" charset="-128"/>
              <a:cs typeface="Meiryo" panose="020B0604030504040204" pitchFamily="34" charset="-128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7504" y="357504"/>
            <a:ext cx="8928992" cy="4644516"/>
          </a:xfrm>
          <a:prstGeom prst="rect">
            <a:avLst/>
          </a:prstGeom>
          <a:noFill/>
          <a:ln w="317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th-TH">
              <a:solidFill>
                <a:schemeClr val="tx1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2272D2-DB74-43E2-BE6A-5DC94A4B4B28}" type="slidenum">
              <a:rPr lang="ja-JP" altLang="en-US" smtClean="0"/>
              <a:pPr>
                <a:defRPr/>
              </a:pPr>
              <a:t>1</a:t>
            </a:fld>
            <a:endParaRPr lang="ja-JP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51520" y="373293"/>
            <a:ext cx="36707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i="1" dirty="0">
                <a:solidFill>
                  <a:prstClr val="black"/>
                </a:solidFill>
              </a:rPr>
              <a:t>2</a:t>
            </a:r>
            <a:r>
              <a:rPr lang="en-US" sz="1200" b="1" i="1" dirty="0" smtClean="0">
                <a:solidFill>
                  <a:prstClr val="black"/>
                </a:solidFill>
              </a:rPr>
              <a:t>. STM-Model’s FCT Automation Pick &amp; Place</a:t>
            </a:r>
            <a:endParaRPr lang="th-TH" sz="1200" b="1" i="1" dirty="0">
              <a:solidFill>
                <a:prstClr val="black"/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4139952" y="627534"/>
            <a:ext cx="4677245" cy="4282866"/>
            <a:chOff x="4390744" y="666081"/>
            <a:chExt cx="4677245" cy="4282866"/>
          </a:xfrm>
        </p:grpSpPr>
        <p:grpSp>
          <p:nvGrpSpPr>
            <p:cNvPr id="40" name="Group 39"/>
            <p:cNvGrpSpPr/>
            <p:nvPr/>
          </p:nvGrpSpPr>
          <p:grpSpPr>
            <a:xfrm>
              <a:off x="7847590" y="4140956"/>
              <a:ext cx="1220399" cy="807991"/>
              <a:chOff x="5780719" y="3291830"/>
              <a:chExt cx="1588415" cy="1107275"/>
            </a:xfrm>
          </p:grpSpPr>
          <p:sp>
            <p:nvSpPr>
              <p:cNvPr id="41" name="Right Arrow 40"/>
              <p:cNvSpPr/>
              <p:nvPr/>
            </p:nvSpPr>
            <p:spPr>
              <a:xfrm>
                <a:off x="5780719" y="3363838"/>
                <a:ext cx="360040" cy="144016"/>
              </a:xfrm>
              <a:prstGeom prst="rightArrow">
                <a:avLst/>
              </a:prstGeom>
              <a:solidFill>
                <a:srgbClr val="FFFF00"/>
              </a:solidFill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en-US" sz="700" dirty="0" err="1" smtClean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  <a:cs typeface="Meiryo" panose="020B0604030504040204" pitchFamily="34" charset="-128"/>
                </a:endParaRPr>
              </a:p>
            </p:txBody>
          </p:sp>
          <p:sp>
            <p:nvSpPr>
              <p:cNvPr id="42" name="Right Arrow 41"/>
              <p:cNvSpPr/>
              <p:nvPr/>
            </p:nvSpPr>
            <p:spPr>
              <a:xfrm>
                <a:off x="5780719" y="3639311"/>
                <a:ext cx="360040" cy="144016"/>
              </a:xfrm>
              <a:prstGeom prst="rightArrow">
                <a:avLst/>
              </a:prstGeom>
              <a:solidFill>
                <a:srgbClr val="00B050"/>
              </a:solidFill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en-US" sz="700" dirty="0" err="1" smtClean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  <a:cs typeface="Meiryo" panose="020B0604030504040204" pitchFamily="34" charset="-128"/>
                </a:endParaRPr>
              </a:p>
            </p:txBody>
          </p:sp>
          <p:cxnSp>
            <p:nvCxnSpPr>
              <p:cNvPr id="43" name="Straight Arrow Connector 42"/>
              <p:cNvCxnSpPr/>
              <p:nvPr/>
            </p:nvCxnSpPr>
            <p:spPr>
              <a:xfrm>
                <a:off x="5780719" y="4155926"/>
                <a:ext cx="360040" cy="0"/>
              </a:xfrm>
              <a:prstGeom prst="straightConnector1">
                <a:avLst/>
              </a:prstGeom>
              <a:ln w="28575">
                <a:solidFill>
                  <a:srgbClr val="0000FF"/>
                </a:solidFill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4" name="TextBox 43"/>
              <p:cNvSpPr txBox="1"/>
              <p:nvPr/>
            </p:nvSpPr>
            <p:spPr>
              <a:xfrm>
                <a:off x="6217006" y="3291830"/>
                <a:ext cx="1152128" cy="2741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7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Tray transfer</a:t>
                </a:r>
              </a:p>
            </p:txBody>
          </p:sp>
          <p:sp>
            <p:nvSpPr>
              <p:cNvPr id="45" name="TextBox 44"/>
              <p:cNvSpPr txBox="1"/>
              <p:nvPr/>
            </p:nvSpPr>
            <p:spPr>
              <a:xfrm>
                <a:off x="6217006" y="3656977"/>
                <a:ext cx="1152128" cy="2741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7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WIP transfer</a:t>
                </a:r>
              </a:p>
            </p:txBody>
          </p:sp>
          <p:sp>
            <p:nvSpPr>
              <p:cNvPr id="46" name="TextBox 45"/>
              <p:cNvSpPr txBox="1"/>
              <p:nvPr/>
            </p:nvSpPr>
            <p:spPr>
              <a:xfrm>
                <a:off x="6225923" y="3977326"/>
                <a:ext cx="900847" cy="4217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7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Mechanism movement</a:t>
                </a:r>
              </a:p>
            </p:txBody>
          </p:sp>
          <p:sp>
            <p:nvSpPr>
              <p:cNvPr id="47" name="Right Arrow 46"/>
              <p:cNvSpPr/>
              <p:nvPr/>
            </p:nvSpPr>
            <p:spPr>
              <a:xfrm>
                <a:off x="5780719" y="3821634"/>
                <a:ext cx="360040" cy="144016"/>
              </a:xfrm>
              <a:prstGeom prst="rightArrow">
                <a:avLst/>
              </a:prstGeom>
              <a:solidFill>
                <a:srgbClr val="FF0000"/>
              </a:solidFill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en-US" sz="700" dirty="0" err="1" smtClean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  <a:cs typeface="Meiryo" panose="020B0604030504040204" pitchFamily="34" charset="-128"/>
                </a:endParaRPr>
              </a:p>
            </p:txBody>
          </p:sp>
        </p:grpSp>
        <p:grpSp>
          <p:nvGrpSpPr>
            <p:cNvPr id="2" name="Group 1"/>
            <p:cNvGrpSpPr/>
            <p:nvPr/>
          </p:nvGrpSpPr>
          <p:grpSpPr>
            <a:xfrm>
              <a:off x="4390744" y="666081"/>
              <a:ext cx="3565632" cy="4241203"/>
              <a:chOff x="3122474" y="666081"/>
              <a:chExt cx="3565632" cy="4241203"/>
            </a:xfrm>
          </p:grpSpPr>
          <p:sp>
            <p:nvSpPr>
              <p:cNvPr id="50" name="Rectangle 49"/>
              <p:cNvSpPr/>
              <p:nvPr/>
            </p:nvSpPr>
            <p:spPr>
              <a:xfrm>
                <a:off x="3401997" y="666081"/>
                <a:ext cx="2985749" cy="3710335"/>
              </a:xfrm>
              <a:prstGeom prst="rect">
                <a:avLst/>
              </a:prstGeom>
              <a:blipFill dpi="0" rotWithShape="1">
                <a:blip r:embed="rId2" cstate="screen">
                  <a:alphaModFix amt="72000"/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a:blipFill>
              <a:ln w="2540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en-US" sz="1000" dirty="0" err="1" smtClean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  <a:cs typeface="Meiryo" panose="020B0604030504040204" pitchFamily="34" charset="-128"/>
                </a:endParaRPr>
              </a:p>
            </p:txBody>
          </p:sp>
          <p:sp>
            <p:nvSpPr>
              <p:cNvPr id="51" name="Curved Right Arrow 50"/>
              <p:cNvSpPr/>
              <p:nvPr/>
            </p:nvSpPr>
            <p:spPr>
              <a:xfrm>
                <a:off x="4607403" y="2031570"/>
                <a:ext cx="251028" cy="504032"/>
              </a:xfrm>
              <a:prstGeom prst="curvedRightArrow">
                <a:avLst/>
              </a:prstGeom>
              <a:solidFill>
                <a:srgbClr val="00B050"/>
              </a:solidFill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en-US" sz="1000" dirty="0" err="1" smtClean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  <a:cs typeface="Meiryo" panose="020B0604030504040204" pitchFamily="34" charset="-128"/>
                </a:endParaRPr>
              </a:p>
            </p:txBody>
          </p:sp>
          <p:sp>
            <p:nvSpPr>
              <p:cNvPr id="52" name="Curved Right Arrow 51"/>
              <p:cNvSpPr/>
              <p:nvPr/>
            </p:nvSpPr>
            <p:spPr>
              <a:xfrm rot="10800000">
                <a:off x="4948279" y="2009017"/>
                <a:ext cx="251028" cy="502056"/>
              </a:xfrm>
              <a:prstGeom prst="curvedRightArrow">
                <a:avLst/>
              </a:prstGeom>
              <a:solidFill>
                <a:srgbClr val="00B050"/>
              </a:solidFill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en-US" sz="1000" dirty="0" err="1" smtClean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  <a:cs typeface="Meiryo" panose="020B0604030504040204" pitchFamily="34" charset="-128"/>
                </a:endParaRPr>
              </a:p>
            </p:txBody>
          </p:sp>
          <p:cxnSp>
            <p:nvCxnSpPr>
              <p:cNvPr id="53" name="Straight Arrow Connector 52"/>
              <p:cNvCxnSpPr/>
              <p:nvPr/>
            </p:nvCxnSpPr>
            <p:spPr>
              <a:xfrm flipV="1">
                <a:off x="4508879" y="2612813"/>
                <a:ext cx="771987" cy="883"/>
              </a:xfrm>
              <a:prstGeom prst="straightConnector1">
                <a:avLst/>
              </a:prstGeom>
              <a:ln w="28575">
                <a:solidFill>
                  <a:srgbClr val="0000FF"/>
                </a:solidFill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4" name="Right Arrow 53"/>
              <p:cNvSpPr/>
              <p:nvPr/>
            </p:nvSpPr>
            <p:spPr>
              <a:xfrm rot="16200000">
                <a:off x="5025784" y="3422333"/>
                <a:ext cx="418380" cy="167352"/>
              </a:xfrm>
              <a:prstGeom prst="rightArrow">
                <a:avLst/>
              </a:prstGeom>
              <a:solidFill>
                <a:srgbClr val="FFFF00"/>
              </a:solidFill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en-US" sz="1000" dirty="0" err="1" smtClean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  <a:cs typeface="Meiryo" panose="020B0604030504040204" pitchFamily="34" charset="-128"/>
                </a:endParaRPr>
              </a:p>
            </p:txBody>
          </p:sp>
          <p:sp>
            <p:nvSpPr>
              <p:cNvPr id="55" name="Right Arrow 54"/>
              <p:cNvSpPr/>
              <p:nvPr/>
            </p:nvSpPr>
            <p:spPr>
              <a:xfrm rot="10800000">
                <a:off x="3916690" y="2521249"/>
                <a:ext cx="444657" cy="167352"/>
              </a:xfrm>
              <a:prstGeom prst="rightArrow">
                <a:avLst/>
              </a:prstGeom>
              <a:solidFill>
                <a:srgbClr val="FF0000"/>
              </a:solidFill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en-US" sz="1000" dirty="0" err="1" smtClean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  <a:cs typeface="Meiryo" panose="020B0604030504040204" pitchFamily="34" charset="-128"/>
                </a:endParaRPr>
              </a:p>
            </p:txBody>
          </p:sp>
          <p:sp>
            <p:nvSpPr>
              <p:cNvPr id="56" name="Right Arrow 55"/>
              <p:cNvSpPr/>
              <p:nvPr/>
            </p:nvSpPr>
            <p:spPr>
              <a:xfrm rot="19167264">
                <a:off x="5345504" y="2757849"/>
                <a:ext cx="418380" cy="167352"/>
              </a:xfrm>
              <a:prstGeom prst="rightArrow">
                <a:avLst/>
              </a:prstGeom>
              <a:solidFill>
                <a:srgbClr val="00B050"/>
              </a:solidFill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en-US" sz="1000" dirty="0" err="1" smtClean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  <a:cs typeface="Meiryo" panose="020B0604030504040204" pitchFamily="34" charset="-128"/>
                </a:endParaRPr>
              </a:p>
            </p:txBody>
          </p:sp>
          <p:sp>
            <p:nvSpPr>
              <p:cNvPr id="57" name="Right Arrow 56"/>
              <p:cNvSpPr/>
              <p:nvPr/>
            </p:nvSpPr>
            <p:spPr>
              <a:xfrm rot="2789368">
                <a:off x="5396463" y="3343717"/>
                <a:ext cx="418380" cy="167352"/>
              </a:xfrm>
              <a:prstGeom prst="rightArrow">
                <a:avLst/>
              </a:prstGeom>
              <a:solidFill>
                <a:srgbClr val="FFFF00"/>
              </a:solidFill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en-US" sz="1000" dirty="0" err="1" smtClean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  <a:cs typeface="Meiryo" panose="020B0604030504040204" pitchFamily="34" charset="-128"/>
                </a:endParaRPr>
              </a:p>
            </p:txBody>
          </p:sp>
          <p:cxnSp>
            <p:nvCxnSpPr>
              <p:cNvPr id="58" name="Straight Arrow Connector 57"/>
              <p:cNvCxnSpPr/>
              <p:nvPr/>
            </p:nvCxnSpPr>
            <p:spPr>
              <a:xfrm flipV="1">
                <a:off x="5339911" y="2241492"/>
                <a:ext cx="771987" cy="883"/>
              </a:xfrm>
              <a:prstGeom prst="straightConnector1">
                <a:avLst/>
              </a:prstGeom>
              <a:ln w="28575">
                <a:solidFill>
                  <a:srgbClr val="0000FF"/>
                </a:solidFill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9" name="Right Arrow 58"/>
              <p:cNvSpPr/>
              <p:nvPr/>
            </p:nvSpPr>
            <p:spPr>
              <a:xfrm rot="10800000">
                <a:off x="5436068" y="2521249"/>
                <a:ext cx="269925" cy="167352"/>
              </a:xfrm>
              <a:prstGeom prst="rightArrow">
                <a:avLst/>
              </a:prstGeom>
              <a:solidFill>
                <a:srgbClr val="00B050"/>
              </a:solidFill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en-US" sz="1000" dirty="0" err="1" smtClean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  <a:cs typeface="Meiryo" panose="020B0604030504040204" pitchFamily="34" charset="-128"/>
                </a:endParaRPr>
              </a:p>
            </p:txBody>
          </p:sp>
          <p:sp>
            <p:nvSpPr>
              <p:cNvPr id="60" name="Right Arrow 59"/>
              <p:cNvSpPr/>
              <p:nvPr/>
            </p:nvSpPr>
            <p:spPr>
              <a:xfrm rot="5400000">
                <a:off x="4326408" y="2835247"/>
                <a:ext cx="418380" cy="167352"/>
              </a:xfrm>
              <a:prstGeom prst="rightArrow">
                <a:avLst/>
              </a:prstGeom>
              <a:solidFill>
                <a:srgbClr val="00B050"/>
              </a:solidFill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en-US" sz="1000" dirty="0" err="1" smtClean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  <a:cs typeface="Meiryo" panose="020B0604030504040204" pitchFamily="34" charset="-128"/>
                </a:endParaRPr>
              </a:p>
            </p:txBody>
          </p:sp>
          <p:sp>
            <p:nvSpPr>
              <p:cNvPr id="61" name="Right Arrow 60"/>
              <p:cNvSpPr/>
              <p:nvPr/>
            </p:nvSpPr>
            <p:spPr>
              <a:xfrm rot="5400000">
                <a:off x="4344650" y="3427420"/>
                <a:ext cx="418380" cy="167352"/>
              </a:xfrm>
              <a:prstGeom prst="rightArrow">
                <a:avLst/>
              </a:prstGeom>
              <a:solidFill>
                <a:srgbClr val="FFFF00"/>
              </a:solidFill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en-US" sz="1000" dirty="0" err="1" smtClean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  <a:cs typeface="Meiryo" panose="020B0604030504040204" pitchFamily="34" charset="-128"/>
                </a:endParaRPr>
              </a:p>
            </p:txBody>
          </p:sp>
          <p:sp>
            <p:nvSpPr>
              <p:cNvPr id="62" name="Right Arrow 61"/>
              <p:cNvSpPr/>
              <p:nvPr/>
            </p:nvSpPr>
            <p:spPr>
              <a:xfrm rot="19220178">
                <a:off x="4004237" y="3332328"/>
                <a:ext cx="418380" cy="167352"/>
              </a:xfrm>
              <a:prstGeom prst="rightArrow">
                <a:avLst/>
              </a:prstGeom>
              <a:solidFill>
                <a:srgbClr val="FFFF00"/>
              </a:solidFill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en-US" sz="1000" dirty="0" err="1" smtClean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  <a:cs typeface="Meiryo" panose="020B0604030504040204" pitchFamily="34" charset="-128"/>
                </a:endParaRPr>
              </a:p>
            </p:txBody>
          </p:sp>
          <p:sp>
            <p:nvSpPr>
              <p:cNvPr id="63" name="Right Arrow 62"/>
              <p:cNvSpPr/>
              <p:nvPr/>
            </p:nvSpPr>
            <p:spPr>
              <a:xfrm rot="16200000">
                <a:off x="5025784" y="4314643"/>
                <a:ext cx="418380" cy="167352"/>
              </a:xfrm>
              <a:prstGeom prst="rightArrow">
                <a:avLst/>
              </a:prstGeom>
              <a:solidFill>
                <a:srgbClr val="FFFF00"/>
              </a:solidFill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en-US" sz="1000" dirty="0" err="1" smtClean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  <a:cs typeface="Meiryo" panose="020B0604030504040204" pitchFamily="34" charset="-128"/>
                </a:endParaRPr>
              </a:p>
            </p:txBody>
          </p:sp>
          <p:sp>
            <p:nvSpPr>
              <p:cNvPr id="64" name="Right Arrow 63"/>
              <p:cNvSpPr/>
              <p:nvPr/>
            </p:nvSpPr>
            <p:spPr>
              <a:xfrm rot="5400000">
                <a:off x="4356375" y="4348901"/>
                <a:ext cx="418380" cy="167352"/>
              </a:xfrm>
              <a:prstGeom prst="rightArrow">
                <a:avLst/>
              </a:prstGeom>
              <a:solidFill>
                <a:srgbClr val="FFFF00"/>
              </a:solidFill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en-US" sz="1000" dirty="0" err="1" smtClean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  <a:cs typeface="Meiryo" panose="020B0604030504040204" pitchFamily="34" charset="-128"/>
                </a:endParaRPr>
              </a:p>
            </p:txBody>
          </p:sp>
          <p:sp>
            <p:nvSpPr>
              <p:cNvPr id="65" name="TextBox 64"/>
              <p:cNvSpPr txBox="1"/>
              <p:nvPr/>
            </p:nvSpPr>
            <p:spPr>
              <a:xfrm>
                <a:off x="4985313" y="4707229"/>
                <a:ext cx="499321" cy="2000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7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Input</a:t>
                </a:r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>
                <a:off x="4261657" y="4707229"/>
                <a:ext cx="584366" cy="2000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7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Output</a:t>
                </a:r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>
                <a:off x="5004476" y="3894738"/>
                <a:ext cx="494795" cy="24622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5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BF FCT</a:t>
                </a:r>
                <a:br>
                  <a:rPr lang="en-US" sz="5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</a:br>
                <a:r>
                  <a:rPr lang="en-US" sz="5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Tray</a:t>
                </a:r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>
                <a:off x="4309874" y="3894735"/>
                <a:ext cx="547073" cy="24622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5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AT FCT</a:t>
                </a:r>
                <a:br>
                  <a:rPr lang="en-US" sz="5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</a:br>
                <a:r>
                  <a:rPr lang="en-US" sz="5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Tray</a:t>
                </a:r>
              </a:p>
            </p:txBody>
          </p:sp>
          <p:sp>
            <p:nvSpPr>
              <p:cNvPr id="69" name="TextBox 68"/>
              <p:cNvSpPr txBox="1"/>
              <p:nvPr/>
            </p:nvSpPr>
            <p:spPr>
              <a:xfrm>
                <a:off x="6193311" y="3503143"/>
                <a:ext cx="494795" cy="24622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5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Empty</a:t>
                </a:r>
                <a:br>
                  <a:rPr lang="en-US" sz="5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</a:br>
                <a:r>
                  <a:rPr lang="en-US" sz="5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Tray</a:t>
                </a:r>
              </a:p>
            </p:txBody>
          </p:sp>
          <p:sp>
            <p:nvSpPr>
              <p:cNvPr id="70" name="TextBox 69"/>
              <p:cNvSpPr txBox="1"/>
              <p:nvPr/>
            </p:nvSpPr>
            <p:spPr>
              <a:xfrm>
                <a:off x="4694709" y="1786098"/>
                <a:ext cx="494795" cy="16927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5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Test</a:t>
                </a:r>
              </a:p>
            </p:txBody>
          </p:sp>
          <p:sp>
            <p:nvSpPr>
              <p:cNvPr id="71" name="Curved Right Arrow 70"/>
              <p:cNvSpPr/>
              <p:nvPr/>
            </p:nvSpPr>
            <p:spPr>
              <a:xfrm rot="10800000" flipH="1">
                <a:off x="5676568" y="2889143"/>
                <a:ext cx="216089" cy="502056"/>
              </a:xfrm>
              <a:prstGeom prst="curvedRightArrow">
                <a:avLst>
                  <a:gd name="adj1" fmla="val 25000"/>
                  <a:gd name="adj2" fmla="val 70406"/>
                  <a:gd name="adj3" fmla="val 25000"/>
                </a:avLst>
              </a:prstGeom>
              <a:solidFill>
                <a:srgbClr val="0000FF"/>
              </a:solidFill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en-US" sz="1000" dirty="0" err="1" smtClean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  <a:cs typeface="Meiryo" panose="020B0604030504040204" pitchFamily="34" charset="-128"/>
                </a:endParaRPr>
              </a:p>
            </p:txBody>
          </p:sp>
          <p:sp>
            <p:nvSpPr>
              <p:cNvPr id="72" name="Curved Right Arrow 71"/>
              <p:cNvSpPr/>
              <p:nvPr/>
            </p:nvSpPr>
            <p:spPr>
              <a:xfrm flipH="1">
                <a:off x="3916690" y="2920576"/>
                <a:ext cx="216089" cy="502056"/>
              </a:xfrm>
              <a:prstGeom prst="curvedRightArrow">
                <a:avLst>
                  <a:gd name="adj1" fmla="val 25000"/>
                  <a:gd name="adj2" fmla="val 70406"/>
                  <a:gd name="adj3" fmla="val 25000"/>
                </a:avLst>
              </a:prstGeom>
              <a:solidFill>
                <a:srgbClr val="0000FF"/>
              </a:solidFill>
              <a:ln w="254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en-US" sz="1000" dirty="0" err="1" smtClean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  <a:cs typeface="Meiryo" panose="020B0604030504040204" pitchFamily="34" charset="-128"/>
                </a:endParaRPr>
              </a:p>
            </p:txBody>
          </p:sp>
          <p:sp>
            <p:nvSpPr>
              <p:cNvPr id="73" name="TextBox 72"/>
              <p:cNvSpPr txBox="1"/>
              <p:nvPr/>
            </p:nvSpPr>
            <p:spPr>
              <a:xfrm>
                <a:off x="3122474" y="3532870"/>
                <a:ext cx="494795" cy="24622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5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Empty</a:t>
                </a:r>
                <a:br>
                  <a:rPr lang="en-US" sz="5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</a:br>
                <a:r>
                  <a:rPr lang="en-US" sz="5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Tray</a:t>
                </a:r>
              </a:p>
            </p:txBody>
          </p:sp>
          <p:sp>
            <p:nvSpPr>
              <p:cNvPr id="74" name="TextBox 73"/>
              <p:cNvSpPr txBox="1"/>
              <p:nvPr/>
            </p:nvSpPr>
            <p:spPr>
              <a:xfrm>
                <a:off x="4633238" y="2781776"/>
                <a:ext cx="295884" cy="16927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500" b="1" dirty="0" smtClean="0">
                    <a:solidFill>
                      <a:srgbClr val="00B050"/>
                    </a:solidFill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OK</a:t>
                </a:r>
              </a:p>
            </p:txBody>
          </p:sp>
          <p:sp>
            <p:nvSpPr>
              <p:cNvPr id="75" name="TextBox 74"/>
              <p:cNvSpPr txBox="1"/>
              <p:nvPr/>
            </p:nvSpPr>
            <p:spPr>
              <a:xfrm>
                <a:off x="4028529" y="2300441"/>
                <a:ext cx="332818" cy="16927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500" b="1" dirty="0" smtClean="0">
                    <a:solidFill>
                      <a:srgbClr val="FF0000"/>
                    </a:solidFill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NG</a:t>
                </a:r>
              </a:p>
            </p:txBody>
          </p:sp>
          <p:sp>
            <p:nvSpPr>
              <p:cNvPr id="76" name="TextBox 75"/>
              <p:cNvSpPr txBox="1"/>
              <p:nvPr/>
            </p:nvSpPr>
            <p:spPr>
              <a:xfrm>
                <a:off x="5947646" y="2731977"/>
                <a:ext cx="641214" cy="24622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5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Positioning</a:t>
                </a:r>
              </a:p>
              <a:p>
                <a:pPr algn="ctr"/>
                <a:r>
                  <a:rPr lang="en-US" sz="500" dirty="0" smtClean="0">
                    <a:latin typeface="Meiryo" panose="020B0604030504040204" pitchFamily="34" charset="-128"/>
                    <a:ea typeface="Meiryo" panose="020B0604030504040204" pitchFamily="34" charset="-128"/>
                    <a:cs typeface="Meiryo" panose="020B0604030504040204" pitchFamily="34" charset="-128"/>
                  </a:rPr>
                  <a:t>&amp; 2DID</a:t>
                </a:r>
              </a:p>
            </p:txBody>
          </p:sp>
          <p:sp>
            <p:nvSpPr>
              <p:cNvPr id="77" name="Right Arrow 76"/>
              <p:cNvSpPr/>
              <p:nvPr/>
            </p:nvSpPr>
            <p:spPr>
              <a:xfrm rot="5400000">
                <a:off x="3597034" y="4423760"/>
                <a:ext cx="355114" cy="167352"/>
              </a:xfrm>
              <a:prstGeom prst="rightArrow">
                <a:avLst/>
              </a:prstGeom>
              <a:solidFill>
                <a:srgbClr val="FF0000"/>
              </a:solidFill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en-US" sz="1000" dirty="0" err="1" smtClean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  <a:cs typeface="Meiryo" panose="020B0604030504040204" pitchFamily="34" charset="-128"/>
                </a:endParaRPr>
              </a:p>
            </p:txBody>
          </p:sp>
        </p:grpSp>
      </p:grp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876" b="99011" l="418" r="98851">
                        <a14:foregroundMark x1="15569" y1="36113" x2="15569" y2="36113"/>
                        <a14:backgroundMark x1="5434" y1="78233" x2="5434" y2="78233"/>
                        <a14:backgroundMark x1="21003" y1="34770" x2="21003" y2="34770"/>
                        <a14:backgroundMark x1="16719" y1="36113" x2="16719" y2="36113"/>
                        <a14:backgroundMark x1="17868" y1="39011" x2="17868" y2="39011"/>
                        <a14:backgroundMark x1="74713" y1="38445" x2="74713" y2="38445"/>
                        <a14:backgroundMark x1="76698" y1="39152" x2="76698" y2="39152"/>
                        <a14:backgroundMark x1="67503" y1="35689" x2="67503" y2="35689"/>
                        <a14:backgroundMark x1="21421" y1="33993" x2="21421" y2="33993"/>
                        <a14:backgroundMark x1="70742" y1="36890" x2="70742" y2="36890"/>
                      </a14:backgroundRemoval>
                    </a14:imgEffect>
                  </a14:imgLayer>
                </a14:imgProps>
              </a:ext>
            </a:extLst>
          </a:blip>
          <a:srcRect b="33309"/>
          <a:stretch/>
        </p:blipFill>
        <p:spPr>
          <a:xfrm>
            <a:off x="569065" y="883019"/>
            <a:ext cx="3508413" cy="345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2097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Mod val="60000"/>
            <a:lumOff val="40000"/>
          </a:schemeClr>
        </a:solidFill>
        <a:ln w="25400">
          <a:solidFill>
            <a:srgbClr val="385D8A"/>
          </a:solidFill>
        </a:ln>
      </a:spPr>
      <a:bodyPr rtlCol="0" anchor="ctr"/>
      <a:lstStyle>
        <a:defPPr algn="ctr">
          <a:defRPr kumimoji="1" sz="1000" dirty="0" err="1" smtClean="0">
            <a:solidFill>
              <a:schemeClr val="tx1"/>
            </a:solidFill>
            <a:latin typeface="Meiryo" panose="020B0604030504040204" pitchFamily="34" charset="-128"/>
            <a:ea typeface="Meiryo" panose="020B0604030504040204" pitchFamily="34" charset="-128"/>
            <a:cs typeface="Meiryo" panose="020B0604030504040204" pitchFamily="34" charset="-128"/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1"/>
          </a:solidFill>
          <a:tailEnd type="arrow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000" dirty="0" err="1" smtClean="0">
            <a:latin typeface="Meiryo" panose="020B0604030504040204" pitchFamily="34" charset="-128"/>
            <a:ea typeface="Meiryo" panose="020B0604030504040204" pitchFamily="34" charset="-128"/>
            <a:cs typeface="Meiryo" panose="020B0604030504040204" pitchFamily="34" charset="-128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format_Rev.D</Template>
  <TotalTime>46367</TotalTime>
  <Words>39</Words>
  <Application>Microsoft Office PowerPoint</Application>
  <PresentationFormat>On-screen Show (16:9)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メイリオ</vt:lpstr>
      <vt:lpstr>メイリオ</vt:lpstr>
      <vt:lpstr>MS PGothic</vt:lpstr>
      <vt:lpstr>MS PGothic</vt:lpstr>
      <vt:lpstr>Angsana New</vt:lpstr>
      <vt:lpstr>Arial</vt:lpstr>
      <vt:lpstr>Calibri</vt:lpstr>
      <vt:lpstr>Cordia New</vt:lpstr>
      <vt:lpstr>Wingdings</vt:lpstr>
      <vt:lpstr>Office テーマ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PCBA Div.</dc:title>
  <dc:creator>BWT5872</dc:creator>
  <cp:lastModifiedBy>bwt5872</cp:lastModifiedBy>
  <cp:revision>1361</cp:revision>
  <cp:lastPrinted>2020-04-28T05:02:12Z</cp:lastPrinted>
  <dcterms:created xsi:type="dcterms:W3CDTF">2013-12-13T04:31:39Z</dcterms:created>
  <dcterms:modified xsi:type="dcterms:W3CDTF">2026-05-14T02:45:09Z</dcterms:modified>
</cp:coreProperties>
</file>